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0" r:id="rId9"/>
    <p:sldId id="271" r:id="rId10"/>
    <p:sldId id="264" r:id="rId11"/>
    <p:sldId id="272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20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chemy.com/overviews/how-to-%20%20%20%20%20%20%20%20%20%20%20%20%20%20add-sepolia-to-metamask" TargetMode="External"/><Relationship Id="rId2" Type="http://schemas.openxmlformats.org/officeDocument/2006/relationships/hyperlink" Target="https://yashjang1.github.io/defi-web3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63636"/>
                </a:solidFill>
              </a:rPr>
              <a:t>Decentralized Token Exchange (DEX)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F7F7F"/>
                </a:solidFill>
              </a:rPr>
              <a:t>Building a Web3 Swap Platform on the Ethereum Blockchain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B8C"/>
                </a:solidFill>
              </a:rPr>
              <a:t>What is Blockchain?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05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b="1" dirty="0"/>
              <a:t>Blockchain</a:t>
            </a:r>
            <a:r>
              <a:rPr lang="en-US" dirty="0"/>
              <a:t> is a </a:t>
            </a:r>
            <a:r>
              <a:rPr lang="en-US" b="1" dirty="0"/>
              <a:t>decentralized digital ledger</a:t>
            </a:r>
            <a:r>
              <a:rPr lang="en-US" dirty="0"/>
              <a:t> used to record transactions securely.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 stores data in </a:t>
            </a:r>
            <a:r>
              <a:rPr lang="en-US" b="1" dirty="0"/>
              <a:t>blocks</a:t>
            </a:r>
            <a:r>
              <a:rPr lang="en-US" dirty="0"/>
              <a:t> that are </a:t>
            </a:r>
            <a:r>
              <a:rPr lang="en-US" b="1" dirty="0"/>
              <a:t>linked together in a chain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Each block contains </a:t>
            </a:r>
            <a:r>
              <a:rPr lang="en-US" b="1" dirty="0"/>
              <a:t>transaction data, timestamp, and a cryptographic hash</a:t>
            </a:r>
            <a:r>
              <a:rPr lang="en-US" dirty="0"/>
              <a:t> of the previous block.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The data is </a:t>
            </a:r>
            <a:r>
              <a:rPr lang="en-US" b="1" dirty="0"/>
              <a:t>distributed across many computers (nodes)</a:t>
            </a:r>
            <a:r>
              <a:rPr lang="en-US" dirty="0"/>
              <a:t> in a network.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Once information is added, it </a:t>
            </a:r>
            <a:r>
              <a:rPr lang="en-US" b="1" dirty="0"/>
              <a:t>cannot be easily changed or deleted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Blockchain provides </a:t>
            </a:r>
            <a:r>
              <a:rPr lang="en-US" b="1" dirty="0"/>
              <a:t>transparency, security, and trust without a central authority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 is widely used in </a:t>
            </a:r>
            <a:r>
              <a:rPr lang="en-US" b="1" dirty="0"/>
              <a:t>cryptocurrencies like Bitcoin and Ethereum</a:t>
            </a:r>
            <a:r>
              <a:rPr lang="en-US" dirty="0"/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B8C"/>
                </a:solidFill>
              </a:rPr>
              <a:t>What is DeFi 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654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b="1" dirty="0"/>
              <a:t> DeFi (Decentralized Finance)</a:t>
            </a:r>
            <a:r>
              <a:rPr lang="en-US" dirty="0"/>
              <a:t> is a financial system built on </a:t>
            </a:r>
            <a:r>
              <a:rPr lang="en-US" b="1" dirty="0"/>
              <a:t>blockchain technology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 allows people to use </a:t>
            </a:r>
            <a:r>
              <a:rPr lang="en-US" b="1" dirty="0"/>
              <a:t>financial services without banks or intermediaries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Transactions are done using </a:t>
            </a:r>
            <a:r>
              <a:rPr lang="en-US" b="1" dirty="0"/>
              <a:t>smart contracts</a:t>
            </a:r>
            <a:r>
              <a:rPr lang="en-US" dirty="0"/>
              <a:t> on blockchain networks like </a:t>
            </a:r>
            <a:r>
              <a:rPr lang="en-US" b="1" dirty="0"/>
              <a:t>Ethereum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Users can </a:t>
            </a:r>
            <a:r>
              <a:rPr lang="en-US" b="1" dirty="0"/>
              <a:t>lend, borrow, trade, and earn interest</a:t>
            </a:r>
            <a:r>
              <a:rPr lang="en-US" dirty="0"/>
              <a:t> directly using cryptocurrency.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DeFi platforms are </a:t>
            </a:r>
            <a:r>
              <a:rPr lang="en-US" b="1" dirty="0"/>
              <a:t>transparent, open, and accessible to anyone with internet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 gives users </a:t>
            </a:r>
            <a:r>
              <a:rPr lang="en-US" b="1" dirty="0"/>
              <a:t>full control over their funds</a:t>
            </a:r>
            <a:r>
              <a:rPr lang="en-US" dirty="0"/>
              <a:t> through digital wallets.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0FA31-41CA-9E31-2609-5957DBD4AB45}"/>
              </a:ext>
            </a:extLst>
          </p:cNvPr>
          <p:cNvSpPr txBox="1"/>
          <p:nvPr/>
        </p:nvSpPr>
        <p:spPr>
          <a:xfrm>
            <a:off x="554736" y="3238238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3B8C"/>
                </a:solidFill>
              </a:rPr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Decentralized Exchanges (DEX</a:t>
            </a:r>
            <a:r>
              <a:rPr lang="en-IN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Crypto Lending and Borrowing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Stablecoins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Yield Farming and Staking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Project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98704" y="516637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Our project is a Defi Dapp that can be used for token swapping from either CTA to CTB or CTB to CTA.</a:t>
            </a: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63636"/>
                </a:solidFill>
              </a:rPr>
              <a:t>Beside swapping a user can also see current status of market gainers and losers with their market cap and price.</a:t>
            </a:r>
            <a:r>
              <a:rPr lang="en-US" sz="1800" dirty="0">
                <a:solidFill>
                  <a:srgbClr val="363636"/>
                </a:solidFill>
              </a:rPr>
              <a:t> </a:t>
            </a: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63636"/>
                </a:solidFill>
              </a:rPr>
              <a:t>Here the process of swapping being done through </a:t>
            </a:r>
            <a:r>
              <a:rPr lang="en-US" dirty="0" err="1">
                <a:solidFill>
                  <a:srgbClr val="363636"/>
                </a:solidFill>
              </a:rPr>
              <a:t>Metamask</a:t>
            </a:r>
            <a:r>
              <a:rPr lang="en-US" dirty="0">
                <a:solidFill>
                  <a:srgbClr val="363636"/>
                </a:solidFill>
              </a:rPr>
              <a:t> wallet.</a:t>
            </a: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Here we have used </a:t>
            </a:r>
            <a:r>
              <a:rPr lang="en-US" sz="1800" dirty="0" err="1">
                <a:solidFill>
                  <a:srgbClr val="363636"/>
                </a:solidFill>
              </a:rPr>
              <a:t>se</a:t>
            </a:r>
            <a:r>
              <a:rPr lang="en-US" dirty="0" err="1">
                <a:solidFill>
                  <a:srgbClr val="363636"/>
                </a:solidFill>
              </a:rPr>
              <a:t>polia</a:t>
            </a:r>
            <a:r>
              <a:rPr lang="en-US" dirty="0">
                <a:solidFill>
                  <a:srgbClr val="363636"/>
                </a:solidFill>
              </a:rPr>
              <a:t> </a:t>
            </a:r>
            <a:r>
              <a:rPr lang="en-US" dirty="0" err="1">
                <a:solidFill>
                  <a:srgbClr val="363636"/>
                </a:solidFill>
              </a:rPr>
              <a:t>ethererum</a:t>
            </a:r>
            <a:r>
              <a:rPr lang="en-US" dirty="0">
                <a:solidFill>
                  <a:srgbClr val="363636"/>
                </a:solidFill>
              </a:rPr>
              <a:t> </a:t>
            </a:r>
            <a:r>
              <a:rPr lang="en-US" dirty="0" err="1">
                <a:solidFill>
                  <a:srgbClr val="363636"/>
                </a:solidFill>
              </a:rPr>
              <a:t>testnet</a:t>
            </a:r>
            <a:r>
              <a:rPr lang="en-US" dirty="0">
                <a:solidFill>
                  <a:srgbClr val="363636"/>
                </a:solidFill>
              </a:rPr>
              <a:t> for deployment 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5B328B-D7DB-3BEA-E212-F9D89A5C6C55}"/>
              </a:ext>
            </a:extLst>
          </p:cNvPr>
          <p:cNvSpPr txBox="1"/>
          <p:nvPr/>
        </p:nvSpPr>
        <p:spPr>
          <a:xfrm>
            <a:off x="402957" y="309017"/>
            <a:ext cx="5421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Common terms in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96DDF-53DA-D802-2BD5-EAC5FB5BB01C}"/>
              </a:ext>
            </a:extLst>
          </p:cNvPr>
          <p:cNvSpPr txBox="1"/>
          <p:nvPr/>
        </p:nvSpPr>
        <p:spPr>
          <a:xfrm>
            <a:off x="1449977" y="1038172"/>
            <a:ext cx="7266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is </a:t>
            </a:r>
            <a:r>
              <a:rPr lang="en-IN" dirty="0" err="1"/>
              <a:t>Metamask</a:t>
            </a:r>
            <a:r>
              <a:rPr lang="en-IN" dirty="0"/>
              <a:t>  web3 wallet that is used to store blockchain assets and also allows to  interact with Dapps like Uniswap. 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5ADF9F-AE05-6CB6-CEB1-6884BAA59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6" y="881741"/>
            <a:ext cx="1175329" cy="822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37B51B-5606-A03E-B835-69DF7F6BCFC2}"/>
              </a:ext>
            </a:extLst>
          </p:cNvPr>
          <p:cNvSpPr txBox="1"/>
          <p:nvPr/>
        </p:nvSpPr>
        <p:spPr>
          <a:xfrm>
            <a:off x="1519735" y="1814279"/>
            <a:ext cx="84163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Wallet connect - This feature is used to connect or allow our </a:t>
            </a:r>
            <a:r>
              <a:rPr lang="en-IN" dirty="0" err="1"/>
              <a:t>metamask</a:t>
            </a:r>
            <a:r>
              <a:rPr lang="en-IN" dirty="0"/>
              <a:t> wallet to  in</a:t>
            </a:r>
          </a:p>
          <a:p>
            <a:r>
              <a:rPr lang="en-IN" dirty="0"/>
              <a:t>interact with Dapps.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Confirmations nodes - It shows that how many miners of network have confirmed this transaction as valid and trust worthy as per network rules.</a:t>
            </a:r>
          </a:p>
          <a:p>
            <a:endParaRPr lang="en-IN" dirty="0"/>
          </a:p>
          <a:p>
            <a:r>
              <a:rPr lang="en-IN" dirty="0"/>
              <a:t>Block Explorer - It is a decentralized </a:t>
            </a:r>
            <a:r>
              <a:rPr lang="en-IN" dirty="0" err="1"/>
              <a:t>publically</a:t>
            </a:r>
            <a:r>
              <a:rPr lang="en-IN" dirty="0"/>
              <a:t> hosted/available database of all the activities occurring with in the network. Whatever transaction or activity which is being made within the network all that can be easily seen on .</a:t>
            </a:r>
          </a:p>
          <a:p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F9D6F8-53FF-0838-A5CB-D5A2EF8F4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91" y="1892656"/>
            <a:ext cx="890034" cy="8037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B5B8E6-688A-A740-FA7E-4A00EEC5A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77" y="2774371"/>
            <a:ext cx="1023353" cy="10233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BE3A7C-E2FB-7539-AB2F-03E30B302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06" y="3865565"/>
            <a:ext cx="1212624" cy="33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402B04-DAE4-D8A5-D3EF-8BE7017E0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1" y="179570"/>
            <a:ext cx="1621316" cy="9111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A76510-85E4-C37F-8524-1DC9454FD776}"/>
              </a:ext>
            </a:extLst>
          </p:cNvPr>
          <p:cNvSpPr txBox="1"/>
          <p:nvPr/>
        </p:nvSpPr>
        <p:spPr>
          <a:xfrm>
            <a:off x="1744494" y="265889"/>
            <a:ext cx="732168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Ethereum and </a:t>
            </a:r>
            <a:r>
              <a:rPr lang="en-IN" dirty="0" err="1"/>
              <a:t>solana</a:t>
            </a:r>
            <a:r>
              <a:rPr lang="en-IN" dirty="0"/>
              <a:t> are the powerful ecosystem that use to create a new Dapp , token , contract , games , etc on a specific network.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Mainnet</a:t>
            </a:r>
            <a:r>
              <a:rPr lang="en-IN" dirty="0"/>
              <a:t> is the actual real network of blockchain where real money moves all around.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Testnet</a:t>
            </a:r>
            <a:r>
              <a:rPr lang="en-IN" dirty="0"/>
              <a:t> is the testing network used for testing purposes of projects with any network.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Crypto is the main coin of network and token is the sub token of the main crypto.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1FFEC-25C9-2470-2BFE-1E7DB0E6A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81" y="1328647"/>
            <a:ext cx="1533739" cy="1390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AE4EF1-0231-DB66-CFE7-A1B46A492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81" y="3147454"/>
            <a:ext cx="1459868" cy="804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77C6CA-B12A-A633-1595-D3E3C597F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81" y="4315586"/>
            <a:ext cx="1459867" cy="78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6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67899F-D05D-30DB-3363-B6AF0702039B}"/>
              </a:ext>
            </a:extLst>
          </p:cNvPr>
          <p:cNvSpPr txBox="1"/>
          <p:nvPr/>
        </p:nvSpPr>
        <p:spPr>
          <a:xfrm>
            <a:off x="218548" y="252919"/>
            <a:ext cx="551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Tools used--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E2EA5-8BD9-9B76-111C-44DF537A62CF}"/>
              </a:ext>
            </a:extLst>
          </p:cNvPr>
          <p:cNvSpPr txBox="1"/>
          <p:nvPr/>
        </p:nvSpPr>
        <p:spPr>
          <a:xfrm>
            <a:off x="1779559" y="766053"/>
            <a:ext cx="662323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 Used for fixing errors and structuring overall code for project.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Remix IDE is the coding environment for Ethereum ecosystem language solidity.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Sepolia</a:t>
            </a:r>
            <a:r>
              <a:rPr lang="en-IN" dirty="0"/>
              <a:t> network is used in this project for deployment.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Metamask</a:t>
            </a:r>
            <a:r>
              <a:rPr lang="en-IN" dirty="0"/>
              <a:t> is the web 3 wallet used to store and interact with smart contracts of blockchain.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73163-0703-A806-F30B-E73F63DFB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37" y="832714"/>
            <a:ext cx="1484491" cy="8342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F0AAA7-0B33-6ABE-6F9E-B70DDC4BA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36" y="1941310"/>
            <a:ext cx="1419445" cy="10352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CD4FB9-E53D-2F5F-B6D1-12A5347A7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21" y="3270298"/>
            <a:ext cx="1438060" cy="7161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9898F5-2A41-684B-1877-713775C3C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360" y="4111743"/>
            <a:ext cx="942844" cy="82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164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A35765-BFB0-5A30-5D84-60E70291B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13" y="354050"/>
            <a:ext cx="1784653" cy="9280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0EDFF0-70A6-E841-C79E-36008269814D}"/>
              </a:ext>
            </a:extLst>
          </p:cNvPr>
          <p:cNvSpPr txBox="1"/>
          <p:nvPr/>
        </p:nvSpPr>
        <p:spPr>
          <a:xfrm>
            <a:off x="2388320" y="342186"/>
            <a:ext cx="63554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Hardhat in this project is used as central development environment and testing smart contracts. It mainly used for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Compiling solidity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Local testing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Testnet</a:t>
            </a:r>
            <a:r>
              <a:rPr lang="en-IN" dirty="0"/>
              <a:t> &amp; </a:t>
            </a:r>
            <a:r>
              <a:rPr lang="en-IN" dirty="0" err="1"/>
              <a:t>Mainnet</a:t>
            </a:r>
            <a:r>
              <a:rPr lang="en-IN" dirty="0"/>
              <a:t> deployment script</a:t>
            </a:r>
          </a:p>
          <a:p>
            <a:endParaRPr lang="en-IN" dirty="0"/>
          </a:p>
          <a:p>
            <a:r>
              <a:rPr lang="en-IN" dirty="0" err="1"/>
              <a:t>Quicknode</a:t>
            </a:r>
            <a:r>
              <a:rPr lang="en-IN" dirty="0"/>
              <a:t> is the RPC node of blockchain that push or pulls data through nodes with vary transactions. It also provides API for swapping rates .</a:t>
            </a:r>
          </a:p>
          <a:p>
            <a:endParaRPr lang="en-IN" dirty="0"/>
          </a:p>
          <a:p>
            <a:r>
              <a:rPr lang="en-IN" dirty="0" err="1"/>
              <a:t>Github</a:t>
            </a:r>
            <a:r>
              <a:rPr lang="en-IN" dirty="0"/>
              <a:t> here is used to store and host the project as fully functional website.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CoinGecko</a:t>
            </a:r>
            <a:r>
              <a:rPr lang="en-IN" dirty="0"/>
              <a:t> is the platform which is used to know current rates and </a:t>
            </a:r>
          </a:p>
          <a:p>
            <a:r>
              <a:rPr lang="en-IN" dirty="0"/>
              <a:t>their cap of market and as well as their swap rates .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313CE5-258C-7FB2-0BFE-1990417C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13" y="1227909"/>
            <a:ext cx="1871483" cy="1946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AA3E16-55DE-F0F0-77D2-DCD6D2F25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25" y="2855218"/>
            <a:ext cx="1374866" cy="13748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2B7183-8454-04E0-B454-86C9CB034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72" y="4112877"/>
            <a:ext cx="1991233" cy="111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8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2D37BE-8A8E-E206-772F-27ECFFBBBD13}"/>
              </a:ext>
            </a:extLst>
          </p:cNvPr>
          <p:cNvSpPr txBox="1"/>
          <p:nvPr/>
        </p:nvSpPr>
        <p:spPr>
          <a:xfrm>
            <a:off x="272374" y="174774"/>
            <a:ext cx="6568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Steps to use </a:t>
            </a:r>
            <a:r>
              <a:rPr lang="en-IN" sz="2400" dirty="0" err="1">
                <a:solidFill>
                  <a:schemeClr val="accent1"/>
                </a:solidFill>
              </a:rPr>
              <a:t>DefiCollege</a:t>
            </a:r>
            <a:r>
              <a:rPr lang="en-IN" sz="2400" dirty="0">
                <a:solidFill>
                  <a:schemeClr val="accent1"/>
                </a:solidFill>
              </a:rPr>
              <a:t>--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95CDD-F24B-C961-5E1D-500C9421C377}"/>
              </a:ext>
            </a:extLst>
          </p:cNvPr>
          <p:cNvSpPr txBox="1"/>
          <p:nvPr/>
        </p:nvSpPr>
        <p:spPr>
          <a:xfrm>
            <a:off x="169817" y="636439"/>
            <a:ext cx="88043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Step 1 : Go to </a:t>
            </a:r>
            <a:r>
              <a:rPr lang="en-IN" dirty="0" err="1"/>
              <a:t>url</a:t>
            </a:r>
            <a:r>
              <a:rPr lang="en-IN" dirty="0"/>
              <a:t> – </a:t>
            </a:r>
            <a:r>
              <a:rPr lang="en-IN" dirty="0">
                <a:hlinkClick r:id="rId2"/>
              </a:rPr>
              <a:t>https://yashjang1.github.io/defi-web3</a:t>
            </a:r>
            <a:endParaRPr lang="en-IN" dirty="0"/>
          </a:p>
          <a:p>
            <a:endParaRPr lang="en-IN" dirty="0"/>
          </a:p>
          <a:p>
            <a:r>
              <a:rPr lang="en-IN" dirty="0"/>
              <a:t>Step 2 : Install </a:t>
            </a:r>
            <a:r>
              <a:rPr lang="en-IN" dirty="0" err="1"/>
              <a:t>metamask</a:t>
            </a:r>
            <a:r>
              <a:rPr lang="en-IN" dirty="0"/>
              <a:t> if not installed</a:t>
            </a:r>
          </a:p>
          <a:p>
            <a:endParaRPr lang="en-IN" dirty="0"/>
          </a:p>
          <a:p>
            <a:r>
              <a:rPr lang="en-IN" dirty="0"/>
              <a:t>Step 3 : Connect wallet – Now connect </a:t>
            </a:r>
            <a:r>
              <a:rPr lang="en-IN" dirty="0" err="1"/>
              <a:t>metamask</a:t>
            </a:r>
            <a:r>
              <a:rPr lang="en-IN" dirty="0"/>
              <a:t> with site</a:t>
            </a:r>
          </a:p>
          <a:p>
            <a:endParaRPr lang="en-IN" dirty="0"/>
          </a:p>
          <a:p>
            <a:pPr algn="just"/>
            <a:r>
              <a:rPr lang="en-IN" dirty="0"/>
              <a:t>Step 3 : Add </a:t>
            </a:r>
            <a:r>
              <a:rPr lang="en-IN" dirty="0" err="1"/>
              <a:t>sepolia</a:t>
            </a:r>
            <a:r>
              <a:rPr lang="en-IN" dirty="0"/>
              <a:t> in </a:t>
            </a:r>
            <a:r>
              <a:rPr lang="en-IN" dirty="0" err="1"/>
              <a:t>metamask</a:t>
            </a:r>
            <a:r>
              <a:rPr lang="en-IN" dirty="0"/>
              <a:t> with site </a:t>
            </a:r>
            <a:r>
              <a:rPr lang="en-IN" dirty="0">
                <a:hlinkClick r:id="rId3"/>
              </a:rPr>
              <a:t>https://www.alchemy.com/overviews/how-to-                </a:t>
            </a:r>
          </a:p>
          <a:p>
            <a:pPr algn="just"/>
            <a:r>
              <a:rPr lang="en-IN" dirty="0">
                <a:hlinkClick r:id="rId3"/>
              </a:rPr>
              <a:t>add-</a:t>
            </a:r>
            <a:r>
              <a:rPr lang="en-IN" dirty="0" err="1">
                <a:hlinkClick r:id="rId3"/>
              </a:rPr>
              <a:t>sepolia</a:t>
            </a:r>
            <a:r>
              <a:rPr lang="en-IN" dirty="0">
                <a:hlinkClick r:id="rId3"/>
              </a:rPr>
              <a:t>-to-</a:t>
            </a:r>
            <a:r>
              <a:rPr lang="en-IN" dirty="0" err="1">
                <a:hlinkClick r:id="rId3"/>
              </a:rPr>
              <a:t>metamask</a:t>
            </a:r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Step 4 : Import token CTA with address –</a:t>
            </a:r>
          </a:p>
          <a:p>
            <a:pPr algn="just"/>
            <a:r>
              <a:rPr lang="en-IN" dirty="0"/>
              <a:t>               “0x4edD12C80E4E120991a182526fB3F5Cc71059a9c”</a:t>
            </a:r>
          </a:p>
          <a:p>
            <a:pPr algn="just"/>
            <a:r>
              <a:rPr lang="en-IN" dirty="0"/>
              <a:t>              Import token CTB with address – </a:t>
            </a:r>
          </a:p>
          <a:p>
            <a:pPr algn="just"/>
            <a:r>
              <a:rPr lang="en-IN" dirty="0"/>
              <a:t>                 “0x86cFB3753cffAb8Ba1052940bb8047d9e5c00bef”</a:t>
            </a:r>
          </a:p>
          <a:p>
            <a:pPr algn="just"/>
            <a:r>
              <a:rPr lang="en-IN" dirty="0"/>
              <a:t>               use above addresses in deployed account only !</a:t>
            </a:r>
          </a:p>
          <a:p>
            <a:pPr algn="just"/>
            <a:r>
              <a:rPr lang="en-IN" dirty="0"/>
              <a:t>Step 5 : Now a user can use </a:t>
            </a:r>
            <a:r>
              <a:rPr lang="en-IN" dirty="0" err="1"/>
              <a:t>DefiCollege</a:t>
            </a:r>
            <a:r>
              <a:rPr lang="en-IN" dirty="0"/>
              <a:t> and swap tokens or can track them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414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B9FE43-2C10-77C7-62FE-EEA4C486C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3" y="163285"/>
            <a:ext cx="8732521" cy="47679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CE607-901F-869F-064A-EDCE66CFFA69}"/>
              </a:ext>
            </a:extLst>
          </p:cNvPr>
          <p:cNvSpPr txBox="1"/>
          <p:nvPr/>
        </p:nvSpPr>
        <p:spPr>
          <a:xfrm>
            <a:off x="311285" y="214009"/>
            <a:ext cx="7127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Updates for </a:t>
            </a:r>
            <a:r>
              <a:rPr lang="en-IN" sz="2400" dirty="0" err="1">
                <a:solidFill>
                  <a:schemeClr val="accent1"/>
                </a:solidFill>
              </a:rPr>
              <a:t>DefiCollege</a:t>
            </a:r>
            <a:endParaRPr lang="en-IN" sz="24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45223-AE24-08B3-4458-A6E7C82E0DE6}"/>
              </a:ext>
            </a:extLst>
          </p:cNvPr>
          <p:cNvSpPr txBox="1"/>
          <p:nvPr/>
        </p:nvSpPr>
        <p:spPr>
          <a:xfrm>
            <a:off x="363166" y="732817"/>
            <a:ext cx="8073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Beside swapping we can also implement logic of buy and sell through local currency like </a:t>
            </a:r>
            <a:r>
              <a:rPr lang="en-IN" dirty="0" err="1"/>
              <a:t>upi</a:t>
            </a:r>
            <a:r>
              <a:rPr lang="en-IN"/>
              <a:t> , card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000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B8C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339634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DefiCollege successfully demonstrates the power of decentralized finance.By bridging </a:t>
            </a:r>
            <a:r>
              <a:rPr lang="en-US" sz="2000" dirty="0" err="1">
                <a:solidFill>
                  <a:srgbClr val="363636"/>
                </a:solidFill>
              </a:rPr>
              <a:t>javascript</a:t>
            </a:r>
            <a:r>
              <a:rPr lang="en-US" sz="2000" dirty="0">
                <a:solidFill>
                  <a:srgbClr val="363636"/>
                </a:solidFill>
              </a:rPr>
              <a:t> and Solidity, html, </a:t>
            </a:r>
            <a:r>
              <a:rPr lang="en-US" sz="2000" dirty="0" err="1">
                <a:solidFill>
                  <a:srgbClr val="363636"/>
                </a:solidFill>
              </a:rPr>
              <a:t>css</a:t>
            </a:r>
            <a:r>
              <a:rPr lang="en-US" sz="2000" dirty="0">
                <a:solidFill>
                  <a:srgbClr val="363636"/>
                </a:solidFill>
              </a:rPr>
              <a:t> it abstracts complex blockchain mechanics into a seamless, user-friendly interface.</a:t>
            </a:r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A3B8C"/>
                </a:solidFill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785</Words>
  <Application>Microsoft Office PowerPoint</Application>
  <PresentationFormat>On-screen Show (16:9)</PresentationFormat>
  <Paragraphs>109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23</cp:lastModifiedBy>
  <cp:revision>2</cp:revision>
  <dcterms:created xsi:type="dcterms:W3CDTF">2026-03-07T13:56:43Z</dcterms:created>
  <dcterms:modified xsi:type="dcterms:W3CDTF">2026-03-07T20:25:00Z</dcterms:modified>
</cp:coreProperties>
</file>